
<file path=[Content_Types].xml><?xml version="1.0" encoding="utf-8"?>
<Types xmlns="http://schemas.openxmlformats.org/package/2006/content-types">
  <Default Extension="emf" ContentType="image/x-emf"/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13"/>
  </p:notesMasterIdLst>
  <p:sldIdLst>
    <p:sldId id="256" r:id="rId2"/>
    <p:sldId id="271" r:id="rId3"/>
    <p:sldId id="259" r:id="rId4"/>
    <p:sldId id="260" r:id="rId5"/>
    <p:sldId id="261" r:id="rId6"/>
    <p:sldId id="262" r:id="rId7"/>
    <p:sldId id="269" r:id="rId8"/>
    <p:sldId id="265" r:id="rId9"/>
    <p:sldId id="266" r:id="rId10"/>
    <p:sldId id="267" r:id="rId11"/>
    <p:sldId id="268" r:id="rId12"/>
  </p:sldIdLst>
  <p:sldSz cx="16256000" cy="9144000"/>
  <p:notesSz cx="6858000" cy="9144000"/>
  <p:embeddedFontLst>
    <p:embeddedFont>
      <p:font typeface="맑은 고딕" panose="020B0503020000020004" pitchFamily="34" charset="-127"/>
      <p:regular r:id="rId14"/>
      <p:bold r:id="rId15"/>
    </p:embeddedFont>
    <p:embeddedFont>
      <p:font typeface="Calibri" panose="020F0502020204030204" pitchFamily="34" charset="0"/>
      <p:regular r:id="rId16"/>
      <p:bold r:id="rId17"/>
      <p:italic r:id="rId18"/>
      <p:boldItalic r:id="rId19"/>
    </p:embeddedFont>
    <p:embeddedFont>
      <p:font typeface="NanumBarunGothic" panose="020B0603020101020101" pitchFamily="34" charset="-127"/>
      <p:regular r:id="rId20"/>
      <p:bold r:id="rId2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2163" autoAdjust="0"/>
    <p:restoredTop sz="92411" autoAdjust="0"/>
  </p:normalViewPr>
  <p:slideViewPr>
    <p:cSldViewPr>
      <p:cViewPr varScale="1">
        <p:scale>
          <a:sx n="86" d="100"/>
          <a:sy n="86" d="100"/>
        </p:scale>
        <p:origin x="272" y="45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font" Target="fonts/font5.fntdata"/><Relationship Id="rId3" Type="http://schemas.openxmlformats.org/officeDocument/2006/relationships/slide" Target="slides/slide2.xml"/><Relationship Id="rId21" Type="http://schemas.openxmlformats.org/officeDocument/2006/relationships/font" Target="fonts/font8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4.fntdata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font" Target="fonts/font3.fntdata"/><Relationship Id="rId20" Type="http://schemas.openxmlformats.org/officeDocument/2006/relationships/font" Target="fonts/font7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font" Target="fonts/font6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F2EBA59-11B4-49D4-BCEE-0C07324B8E7B}" type="datetimeFigureOut">
              <a:rPr lang="ko-KR" altLang="en-US" smtClean="0"/>
              <a:t>2026. 9. 1.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1FB73B1-D5EE-44EA-B4AE-534D1FD0D0B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308731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atinLnBrk="1"/>
            <a:endParaRPr lang="en-US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1FB73B1-D5EE-44EA-B4AE-534D1FD0D0BA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2311722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1FB73B1-D5EE-44EA-B4AE-534D1FD0D0BA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6793416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1FB73B1-D5EE-44EA-B4AE-534D1FD0D0BA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3352512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1FB73B1-D5EE-44EA-B4AE-534D1FD0D0BA}" type="slidenum">
              <a:rPr lang="ko-KR" altLang="en-US" smtClean="0"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7865503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1FB73B1-D5EE-44EA-B4AE-534D1FD0D0BA}" type="slidenum">
              <a:rPr lang="ko-KR" altLang="en-US" smtClean="0"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6608539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1FB73B1-D5EE-44EA-B4AE-534D1FD0D0BA}" type="slidenum">
              <a:rPr lang="ko-KR" altLang="en-US" smtClean="0"/>
              <a:t>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763171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1FB73B1-D5EE-44EA-B4AE-534D1FD0D0BA}" type="slidenum">
              <a:rPr lang="ko-KR" altLang="en-US" smtClean="0"/>
              <a:t>10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6922347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9/1/26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emf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emf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emf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.png"/><Relationship Id="rId11" Type="http://schemas.openxmlformats.org/officeDocument/2006/relationships/image" Target="../media/image17.emf"/><Relationship Id="rId5" Type="http://schemas.openxmlformats.org/officeDocument/2006/relationships/image" Target="../media/image11.png"/><Relationship Id="rId10" Type="http://schemas.openxmlformats.org/officeDocument/2006/relationships/image" Target="../media/image16.png"/><Relationship Id="rId4" Type="http://schemas.openxmlformats.org/officeDocument/2006/relationships/image" Target="../media/image10.png"/><Relationship Id="rId9" Type="http://schemas.openxmlformats.org/officeDocument/2006/relationships/image" Target="../media/image1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emf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0.emf"/><Relationship Id="rId4" Type="http://schemas.openxmlformats.org/officeDocument/2006/relationships/image" Target="../media/image19.emf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emf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3.emf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emf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6.emf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emf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9.emf"/><Relationship Id="rId4" Type="http://schemas.openxmlformats.org/officeDocument/2006/relationships/image" Target="../media/image28.emf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.emf"/><Relationship Id="rId3" Type="http://schemas.openxmlformats.org/officeDocument/2006/relationships/image" Target="../media/image30.png"/><Relationship Id="rId7" Type="http://schemas.openxmlformats.org/officeDocument/2006/relationships/image" Target="../media/image3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3.png"/><Relationship Id="rId5" Type="http://schemas.openxmlformats.org/officeDocument/2006/relationships/image" Target="../media/image32.png"/><Relationship Id="rId4" Type="http://schemas.openxmlformats.org/officeDocument/2006/relationships/image" Target="../media/image31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그림 6">
            <a:extLst>
              <a:ext uri="{FF2B5EF4-FFF2-40B4-BE49-F238E27FC236}">
                <a16:creationId xmlns:a16="http://schemas.microsoft.com/office/drawing/2014/main" id="{4FFC68AD-4B6F-4C4B-9728-29A8CED54C1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21030" y="4640470"/>
            <a:ext cx="2613940" cy="1892300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B47BA3A4-BD96-D042-AA8B-C709929104D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68500" y="1905000"/>
            <a:ext cx="12319000" cy="2159000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54D255BF-5BD1-BD43-AE4B-B0282229754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29300" y="6683790"/>
            <a:ext cx="4597400" cy="8509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/>
          <p:cNvSpPr txBox="1"/>
          <p:nvPr/>
        </p:nvSpPr>
        <p:spPr>
          <a:xfrm>
            <a:off x="685800" y="2362200"/>
            <a:ext cx="6007100" cy="47498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16199"/>
              </a:lnSpc>
            </a:pPr>
            <a:r>
              <a:rPr lang="en-US" sz="2666" b="1" i="0" u="none" strike="noStrike" dirty="0" err="1">
                <a:solidFill>
                  <a:srgbClr val="000000"/>
                </a:solidFill>
                <a:latin typeface="NanumBarunGothic"/>
                <a:ea typeface="NanumBarunGothic"/>
                <a:cs typeface="NanumBarunGothic"/>
              </a:rPr>
              <a:t>유전체</a:t>
            </a:r>
            <a:r>
              <a:rPr lang="en-US" sz="2666" b="1" i="0" u="none" strike="noStrike" dirty="0">
                <a:solidFill>
                  <a:srgbClr val="000000"/>
                </a:solidFill>
                <a:latin typeface="NanumBarunGothic"/>
                <a:ea typeface="NanumBarunGothic"/>
                <a:cs typeface="NanumBarunGothic"/>
              </a:rPr>
              <a:t> </a:t>
            </a:r>
            <a:r>
              <a:rPr lang="en-US" sz="2666" b="1" i="0" u="none" strike="noStrike" dirty="0" err="1">
                <a:solidFill>
                  <a:srgbClr val="000000"/>
                </a:solidFill>
                <a:latin typeface="NanumBarunGothic"/>
                <a:ea typeface="NanumBarunGothic"/>
                <a:cs typeface="NanumBarunGothic"/>
              </a:rPr>
              <a:t>불안정성</a:t>
            </a:r>
            <a:endParaRPr lang="en-US" sz="2666" b="1" i="0" u="none" strike="noStrike" dirty="0">
              <a:solidFill>
                <a:srgbClr val="000000"/>
              </a:solidFill>
              <a:latin typeface="NanumBarunGothic"/>
              <a:ea typeface="NanumBarunGothic"/>
              <a:cs typeface="NanumBarunGothic"/>
            </a:endParaRPr>
          </a:p>
          <a:p>
            <a:pPr lvl="0" algn="ctr">
              <a:lnSpc>
                <a:spcPct val="116199"/>
              </a:lnSpc>
            </a:pPr>
            <a:endParaRPr lang="en-US" sz="2666" b="1" i="0" u="none" strike="noStrike" dirty="0">
              <a:solidFill>
                <a:srgbClr val="000000"/>
              </a:solidFill>
              <a:latin typeface="NanumBarunGothic"/>
              <a:ea typeface="NanumBarunGothic"/>
              <a:cs typeface="NanumBarunGothic"/>
            </a:endParaRPr>
          </a:p>
          <a:p>
            <a:pPr lvl="0" algn="ctr">
              <a:lnSpc>
                <a:spcPct val="116199"/>
              </a:lnSpc>
            </a:pPr>
            <a:r>
              <a:rPr lang="en-US" sz="2400" b="0" i="0" u="none" strike="noStrike" dirty="0">
                <a:solidFill>
                  <a:srgbClr val="000000"/>
                </a:solidFill>
                <a:latin typeface="NanumBarunGothic"/>
                <a:ea typeface="NanumBarunGothic"/>
                <a:cs typeface="NanumBarunGothic"/>
              </a:rPr>
              <a:t>- WGD (Whole Genome Doubling)</a:t>
            </a:r>
          </a:p>
          <a:p>
            <a:pPr lvl="0" algn="ctr">
              <a:lnSpc>
                <a:spcPct val="116199"/>
              </a:lnSpc>
            </a:pPr>
            <a:r>
              <a:rPr lang="en-US" sz="2400" b="0" i="0" u="none" strike="noStrike" dirty="0" err="1">
                <a:solidFill>
                  <a:srgbClr val="000000"/>
                </a:solidFill>
                <a:latin typeface="NanumBarunGothic"/>
                <a:ea typeface="NanumBarunGothic"/>
                <a:cs typeface="NanumBarunGothic"/>
              </a:rPr>
              <a:t>전체</a:t>
            </a:r>
            <a:r>
              <a:rPr lang="en-US" sz="2400" b="0" i="0" u="none" strike="noStrike" dirty="0">
                <a:solidFill>
                  <a:srgbClr val="000000"/>
                </a:solidFill>
                <a:latin typeface="NanumBarunGothic"/>
                <a:ea typeface="NanumBarunGothic"/>
                <a:cs typeface="NanumBarunGothic"/>
              </a:rPr>
              <a:t> </a:t>
            </a:r>
            <a:r>
              <a:rPr lang="en-US" sz="2400" b="0" i="0" u="none" strike="noStrike" dirty="0" err="1">
                <a:solidFill>
                  <a:srgbClr val="000000"/>
                </a:solidFill>
                <a:latin typeface="NanumBarunGothic"/>
                <a:ea typeface="NanumBarunGothic"/>
                <a:cs typeface="NanumBarunGothic"/>
              </a:rPr>
              <a:t>유전체가</a:t>
            </a:r>
            <a:r>
              <a:rPr lang="en-US" sz="2400" b="0" i="0" u="none" strike="noStrike" dirty="0">
                <a:solidFill>
                  <a:srgbClr val="000000"/>
                </a:solidFill>
                <a:latin typeface="NanumBarunGothic"/>
                <a:ea typeface="NanumBarunGothic"/>
                <a:cs typeface="NanumBarunGothic"/>
              </a:rPr>
              <a:t> </a:t>
            </a:r>
            <a:r>
              <a:rPr lang="en-US" sz="2400" b="0" i="0" u="none" strike="noStrike" dirty="0" err="1">
                <a:solidFill>
                  <a:srgbClr val="000000"/>
                </a:solidFill>
                <a:latin typeface="NanumBarunGothic"/>
                <a:ea typeface="NanumBarunGothic"/>
                <a:cs typeface="NanumBarunGothic"/>
              </a:rPr>
              <a:t>한</a:t>
            </a:r>
            <a:r>
              <a:rPr lang="en-US" sz="2400" b="0" i="0" u="none" strike="noStrike" dirty="0">
                <a:solidFill>
                  <a:srgbClr val="000000"/>
                </a:solidFill>
                <a:latin typeface="NanumBarunGothic"/>
                <a:ea typeface="NanumBarunGothic"/>
                <a:cs typeface="NanumBarunGothic"/>
              </a:rPr>
              <a:t> </a:t>
            </a:r>
            <a:r>
              <a:rPr lang="en-US" sz="2400" b="0" i="0" u="none" strike="noStrike" dirty="0" err="1">
                <a:solidFill>
                  <a:srgbClr val="000000"/>
                </a:solidFill>
                <a:latin typeface="NanumBarunGothic"/>
                <a:ea typeface="NanumBarunGothic"/>
                <a:cs typeface="NanumBarunGothic"/>
              </a:rPr>
              <a:t>번</a:t>
            </a:r>
            <a:r>
              <a:rPr lang="en-US" sz="2400" b="0" i="0" u="none" strike="noStrike" dirty="0">
                <a:solidFill>
                  <a:srgbClr val="000000"/>
                </a:solidFill>
                <a:latin typeface="NanumBarunGothic"/>
                <a:ea typeface="NanumBarunGothic"/>
                <a:cs typeface="NanumBarunGothic"/>
              </a:rPr>
              <a:t> </a:t>
            </a:r>
            <a:r>
              <a:rPr lang="en-US" sz="2400" b="0" i="0" u="none" strike="noStrike" dirty="0" err="1">
                <a:solidFill>
                  <a:srgbClr val="000000"/>
                </a:solidFill>
                <a:latin typeface="NanumBarunGothic"/>
                <a:ea typeface="NanumBarunGothic"/>
                <a:cs typeface="NanumBarunGothic"/>
              </a:rPr>
              <a:t>더</a:t>
            </a:r>
            <a:r>
              <a:rPr lang="en-US" sz="2400" b="0" i="0" u="none" strike="noStrike" dirty="0">
                <a:solidFill>
                  <a:srgbClr val="000000"/>
                </a:solidFill>
                <a:latin typeface="NanumBarunGothic"/>
                <a:ea typeface="NanumBarunGothic"/>
                <a:cs typeface="NanumBarunGothic"/>
              </a:rPr>
              <a:t> </a:t>
            </a:r>
            <a:r>
              <a:rPr lang="en-US" sz="2400" b="0" i="0" u="none" strike="noStrike" dirty="0" err="1">
                <a:solidFill>
                  <a:srgbClr val="000000"/>
                </a:solidFill>
                <a:latin typeface="NanumBarunGothic"/>
                <a:ea typeface="NanumBarunGothic"/>
                <a:cs typeface="NanumBarunGothic"/>
              </a:rPr>
              <a:t>복제된</a:t>
            </a:r>
            <a:r>
              <a:rPr lang="en-US" sz="2400" b="0" i="0" u="none" strike="noStrike" dirty="0">
                <a:solidFill>
                  <a:srgbClr val="000000"/>
                </a:solidFill>
                <a:latin typeface="NanumBarunGothic"/>
                <a:ea typeface="NanumBarunGothic"/>
                <a:cs typeface="NanumBarunGothic"/>
              </a:rPr>
              <a:t> </a:t>
            </a:r>
            <a:r>
              <a:rPr lang="en-US" sz="2400" b="0" i="0" u="none" strike="noStrike" dirty="0" err="1">
                <a:solidFill>
                  <a:srgbClr val="000000"/>
                </a:solidFill>
                <a:latin typeface="NanumBarunGothic"/>
                <a:ea typeface="NanumBarunGothic"/>
                <a:cs typeface="NanumBarunGothic"/>
              </a:rPr>
              <a:t>상태</a:t>
            </a:r>
            <a:endParaRPr lang="en-US" sz="2400" b="0" i="0" u="none" strike="noStrike" dirty="0">
              <a:solidFill>
                <a:srgbClr val="000000"/>
              </a:solidFill>
              <a:latin typeface="NanumBarunGothic"/>
              <a:ea typeface="NanumBarunGothic"/>
              <a:cs typeface="NanumBarunGothic"/>
            </a:endParaRPr>
          </a:p>
          <a:p>
            <a:pPr lvl="0" algn="ctr">
              <a:lnSpc>
                <a:spcPct val="116199"/>
              </a:lnSpc>
            </a:pPr>
            <a:endParaRPr lang="en-US" sz="2400" b="0" i="0" u="none" strike="noStrike" dirty="0">
              <a:solidFill>
                <a:srgbClr val="000000"/>
              </a:solidFill>
              <a:latin typeface="NanumBarunGothic"/>
              <a:ea typeface="NanumBarunGothic"/>
              <a:cs typeface="NanumBarunGothic"/>
            </a:endParaRPr>
          </a:p>
          <a:p>
            <a:pPr lvl="0" algn="ctr">
              <a:lnSpc>
                <a:spcPct val="116199"/>
              </a:lnSpc>
            </a:pPr>
            <a:r>
              <a:rPr lang="en-US" sz="2400" b="0" i="0" u="none" strike="noStrike" dirty="0">
                <a:solidFill>
                  <a:srgbClr val="000000"/>
                </a:solidFill>
                <a:latin typeface="NanumBarunGothic"/>
                <a:ea typeface="NanumBarunGothic"/>
                <a:cs typeface="NanumBarunGothic"/>
              </a:rPr>
              <a:t>- CIN (Chromosomal Instability)</a:t>
            </a:r>
          </a:p>
          <a:p>
            <a:pPr lvl="0" algn="ctr">
              <a:lnSpc>
                <a:spcPct val="116199"/>
              </a:lnSpc>
            </a:pPr>
            <a:r>
              <a:rPr lang="en-US" sz="2400" b="0" i="0" u="none" strike="noStrike" dirty="0" err="1">
                <a:solidFill>
                  <a:srgbClr val="000000"/>
                </a:solidFill>
                <a:latin typeface="NanumBarunGothic"/>
                <a:ea typeface="NanumBarunGothic"/>
                <a:cs typeface="NanumBarunGothic"/>
              </a:rPr>
              <a:t>염색체</a:t>
            </a:r>
            <a:r>
              <a:rPr lang="en-US" sz="2400" b="0" i="0" u="none" strike="noStrike" dirty="0">
                <a:solidFill>
                  <a:srgbClr val="000000"/>
                </a:solidFill>
                <a:latin typeface="NanumBarunGothic"/>
                <a:ea typeface="NanumBarunGothic"/>
                <a:cs typeface="NanumBarunGothic"/>
              </a:rPr>
              <a:t> </a:t>
            </a:r>
            <a:r>
              <a:rPr lang="en-US" sz="2400" b="0" i="0" u="none" strike="noStrike" dirty="0" err="1">
                <a:solidFill>
                  <a:srgbClr val="000000"/>
                </a:solidFill>
                <a:latin typeface="NanumBarunGothic"/>
                <a:ea typeface="NanumBarunGothic"/>
                <a:cs typeface="NanumBarunGothic"/>
              </a:rPr>
              <a:t>수</a:t>
            </a:r>
            <a:r>
              <a:rPr lang="en-US" sz="2400" b="0" i="0" u="none" strike="noStrike" dirty="0">
                <a:solidFill>
                  <a:srgbClr val="000000"/>
                </a:solidFill>
                <a:latin typeface="NanumBarunGothic"/>
                <a:ea typeface="NanumBarunGothic"/>
                <a:cs typeface="NanumBarunGothic"/>
              </a:rPr>
              <a:t> &amp; </a:t>
            </a:r>
            <a:r>
              <a:rPr lang="en-US" sz="2400" b="0" i="0" u="none" strike="noStrike" dirty="0" err="1">
                <a:solidFill>
                  <a:srgbClr val="000000"/>
                </a:solidFill>
                <a:latin typeface="NanumBarunGothic"/>
                <a:ea typeface="NanumBarunGothic"/>
                <a:cs typeface="NanumBarunGothic"/>
              </a:rPr>
              <a:t>구조</a:t>
            </a:r>
            <a:r>
              <a:rPr lang="en-US" sz="2400" b="0" i="0" u="none" strike="noStrike" dirty="0">
                <a:solidFill>
                  <a:srgbClr val="000000"/>
                </a:solidFill>
                <a:latin typeface="NanumBarunGothic"/>
                <a:ea typeface="NanumBarunGothic"/>
                <a:cs typeface="NanumBarunGothic"/>
              </a:rPr>
              <a:t> </a:t>
            </a:r>
            <a:r>
              <a:rPr lang="en-US" sz="2400" b="0" i="0" u="none" strike="noStrike" dirty="0" err="1">
                <a:solidFill>
                  <a:srgbClr val="000000"/>
                </a:solidFill>
                <a:latin typeface="NanumBarunGothic"/>
                <a:ea typeface="NanumBarunGothic"/>
                <a:cs typeface="NanumBarunGothic"/>
              </a:rPr>
              <a:t>계속</a:t>
            </a:r>
            <a:r>
              <a:rPr lang="en-US" sz="2400" b="0" i="0" u="none" strike="noStrike" dirty="0">
                <a:solidFill>
                  <a:srgbClr val="000000"/>
                </a:solidFill>
                <a:latin typeface="NanumBarunGothic"/>
                <a:ea typeface="NanumBarunGothic"/>
                <a:cs typeface="NanumBarunGothic"/>
              </a:rPr>
              <a:t> </a:t>
            </a:r>
            <a:r>
              <a:rPr lang="en-US" sz="2400" b="0" i="0" u="none" strike="noStrike" dirty="0" err="1">
                <a:solidFill>
                  <a:srgbClr val="000000"/>
                </a:solidFill>
                <a:latin typeface="NanumBarunGothic"/>
                <a:ea typeface="NanumBarunGothic"/>
                <a:cs typeface="NanumBarunGothic"/>
              </a:rPr>
              <a:t>불안정하게</a:t>
            </a:r>
            <a:r>
              <a:rPr lang="en-US" sz="2400" b="0" i="0" u="none" strike="noStrike" dirty="0">
                <a:solidFill>
                  <a:srgbClr val="000000"/>
                </a:solidFill>
                <a:latin typeface="NanumBarunGothic"/>
                <a:ea typeface="NanumBarunGothic"/>
                <a:cs typeface="NanumBarunGothic"/>
              </a:rPr>
              <a:t> </a:t>
            </a:r>
            <a:r>
              <a:rPr lang="en-US" sz="2400" b="0" i="0" u="none" strike="noStrike" dirty="0" err="1">
                <a:solidFill>
                  <a:srgbClr val="000000"/>
                </a:solidFill>
                <a:latin typeface="NanumBarunGothic"/>
                <a:ea typeface="NanumBarunGothic"/>
                <a:cs typeface="NanumBarunGothic"/>
              </a:rPr>
              <a:t>변하는</a:t>
            </a:r>
            <a:r>
              <a:rPr lang="en-US" sz="2400" b="0" i="0" u="none" strike="noStrike" dirty="0">
                <a:solidFill>
                  <a:srgbClr val="000000"/>
                </a:solidFill>
                <a:latin typeface="NanumBarunGothic"/>
                <a:ea typeface="NanumBarunGothic"/>
                <a:cs typeface="NanumBarunGothic"/>
              </a:rPr>
              <a:t> </a:t>
            </a:r>
            <a:r>
              <a:rPr lang="en-US" sz="2400" b="0" i="0" u="none" strike="noStrike" dirty="0" err="1">
                <a:solidFill>
                  <a:srgbClr val="000000"/>
                </a:solidFill>
                <a:latin typeface="NanumBarunGothic"/>
                <a:ea typeface="NanumBarunGothic"/>
                <a:cs typeface="NanumBarunGothic"/>
              </a:rPr>
              <a:t>상태</a:t>
            </a:r>
            <a:endParaRPr lang="en-US" sz="2400" b="0" i="0" u="none" strike="noStrike" dirty="0">
              <a:solidFill>
                <a:srgbClr val="000000"/>
              </a:solidFill>
              <a:latin typeface="NanumBarunGothic"/>
              <a:ea typeface="NanumBarunGothic"/>
              <a:cs typeface="NanumBarunGothic"/>
            </a:endParaRPr>
          </a:p>
          <a:p>
            <a:pPr lvl="0" algn="ctr">
              <a:lnSpc>
                <a:spcPct val="116199"/>
              </a:lnSpc>
            </a:pPr>
            <a:endParaRPr lang="en-US" sz="2400" b="0" i="0" u="none" strike="noStrike" dirty="0">
              <a:solidFill>
                <a:srgbClr val="000000"/>
              </a:solidFill>
              <a:latin typeface="NanumBarunGothic"/>
              <a:ea typeface="NanumBarunGothic"/>
              <a:cs typeface="NanumBarunGothic"/>
            </a:endParaRPr>
          </a:p>
          <a:p>
            <a:pPr lvl="0" algn="ctr">
              <a:lnSpc>
                <a:spcPct val="116199"/>
              </a:lnSpc>
            </a:pPr>
            <a:r>
              <a:rPr lang="en-US" sz="2400" b="0" i="0" u="none" strike="noStrike" dirty="0">
                <a:solidFill>
                  <a:srgbClr val="000000"/>
                </a:solidFill>
                <a:latin typeface="NanumBarunGothic"/>
                <a:ea typeface="NanumBarunGothic"/>
                <a:cs typeface="NanumBarunGothic"/>
              </a:rPr>
              <a:t>- LOH (Loss of Heterozygosity)</a:t>
            </a:r>
          </a:p>
          <a:p>
            <a:pPr lvl="0" algn="ctr">
              <a:lnSpc>
                <a:spcPct val="116199"/>
              </a:lnSpc>
            </a:pPr>
            <a:r>
              <a:rPr lang="en-US" sz="2400" b="0" i="0" u="none" strike="noStrike" dirty="0" err="1">
                <a:solidFill>
                  <a:srgbClr val="000000"/>
                </a:solidFill>
                <a:latin typeface="NanumBarunGothic"/>
                <a:ea typeface="NanumBarunGothic"/>
                <a:cs typeface="NanumBarunGothic"/>
              </a:rPr>
              <a:t>서로</a:t>
            </a:r>
            <a:r>
              <a:rPr lang="en-US" sz="2400" b="0" i="0" u="none" strike="noStrike" dirty="0">
                <a:solidFill>
                  <a:srgbClr val="000000"/>
                </a:solidFill>
                <a:latin typeface="NanumBarunGothic"/>
                <a:ea typeface="NanumBarunGothic"/>
                <a:cs typeface="NanumBarunGothic"/>
              </a:rPr>
              <a:t> </a:t>
            </a:r>
            <a:r>
              <a:rPr lang="en-US" sz="2400" b="0" i="0" u="none" strike="noStrike" dirty="0" err="1">
                <a:solidFill>
                  <a:srgbClr val="000000"/>
                </a:solidFill>
                <a:latin typeface="NanumBarunGothic"/>
                <a:ea typeface="NanumBarunGothic"/>
                <a:cs typeface="NanumBarunGothic"/>
              </a:rPr>
              <a:t>다른</a:t>
            </a:r>
            <a:r>
              <a:rPr lang="en-US" sz="2400" b="0" i="0" u="none" strike="noStrike" dirty="0">
                <a:solidFill>
                  <a:srgbClr val="000000"/>
                </a:solidFill>
                <a:latin typeface="NanumBarunGothic"/>
                <a:ea typeface="NanumBarunGothic"/>
                <a:cs typeface="NanumBarunGothic"/>
              </a:rPr>
              <a:t> </a:t>
            </a:r>
            <a:r>
              <a:rPr lang="en-US" sz="2400" b="0" i="0" u="none" strike="noStrike" dirty="0" err="1">
                <a:solidFill>
                  <a:srgbClr val="000000"/>
                </a:solidFill>
                <a:latin typeface="NanumBarunGothic"/>
                <a:ea typeface="NanumBarunGothic"/>
                <a:cs typeface="NanumBarunGothic"/>
              </a:rPr>
              <a:t>두</a:t>
            </a:r>
            <a:r>
              <a:rPr lang="en-US" sz="2400" b="0" i="0" u="none" strike="noStrike" dirty="0">
                <a:solidFill>
                  <a:srgbClr val="000000"/>
                </a:solidFill>
                <a:latin typeface="NanumBarunGothic"/>
                <a:ea typeface="NanumBarunGothic"/>
                <a:cs typeface="NanumBarunGothic"/>
              </a:rPr>
              <a:t> </a:t>
            </a:r>
            <a:r>
              <a:rPr lang="en-US" sz="2400" b="0" i="0" u="none" strike="noStrike" dirty="0" err="1">
                <a:solidFill>
                  <a:srgbClr val="000000"/>
                </a:solidFill>
                <a:latin typeface="NanumBarunGothic"/>
                <a:ea typeface="NanumBarunGothic"/>
                <a:cs typeface="NanumBarunGothic"/>
              </a:rPr>
              <a:t>유전정보</a:t>
            </a:r>
            <a:r>
              <a:rPr lang="en-US" sz="2400" b="0" i="0" u="none" strike="noStrike" dirty="0">
                <a:solidFill>
                  <a:srgbClr val="000000"/>
                </a:solidFill>
                <a:latin typeface="NanumBarunGothic"/>
                <a:ea typeface="NanumBarunGothic"/>
                <a:cs typeface="NanumBarunGothic"/>
              </a:rPr>
              <a:t> </a:t>
            </a:r>
            <a:r>
              <a:rPr lang="en-US" sz="2400" b="0" i="0" u="none" strike="noStrike" dirty="0" err="1">
                <a:solidFill>
                  <a:srgbClr val="000000"/>
                </a:solidFill>
                <a:latin typeface="NanumBarunGothic"/>
                <a:ea typeface="NanumBarunGothic"/>
                <a:cs typeface="NanumBarunGothic"/>
              </a:rPr>
              <a:t>중</a:t>
            </a:r>
            <a:r>
              <a:rPr lang="en-US" sz="2400" b="0" i="0" u="none" strike="noStrike" dirty="0">
                <a:solidFill>
                  <a:srgbClr val="000000"/>
                </a:solidFill>
                <a:latin typeface="NanumBarunGothic"/>
                <a:ea typeface="NanumBarunGothic"/>
                <a:cs typeface="NanumBarunGothic"/>
              </a:rPr>
              <a:t> </a:t>
            </a:r>
            <a:r>
              <a:rPr lang="en-US" sz="2400" b="0" i="0" u="none" strike="noStrike" dirty="0" err="1">
                <a:solidFill>
                  <a:srgbClr val="000000"/>
                </a:solidFill>
                <a:latin typeface="NanumBarunGothic"/>
                <a:ea typeface="NanumBarunGothic"/>
                <a:cs typeface="NanumBarunGothic"/>
              </a:rPr>
              <a:t>하나가</a:t>
            </a:r>
            <a:r>
              <a:rPr lang="en-US" sz="2400" b="0" i="0" u="none" strike="noStrike" dirty="0">
                <a:solidFill>
                  <a:srgbClr val="000000"/>
                </a:solidFill>
                <a:latin typeface="NanumBarunGothic"/>
                <a:ea typeface="NanumBarunGothic"/>
                <a:cs typeface="NanumBarunGothic"/>
              </a:rPr>
              <a:t> </a:t>
            </a:r>
            <a:r>
              <a:rPr lang="en-US" sz="2400" b="0" i="0" u="none" strike="noStrike" dirty="0" err="1">
                <a:solidFill>
                  <a:srgbClr val="000000"/>
                </a:solidFill>
                <a:latin typeface="NanumBarunGothic"/>
                <a:ea typeface="NanumBarunGothic"/>
                <a:cs typeface="NanumBarunGothic"/>
              </a:rPr>
              <a:t>소실된</a:t>
            </a:r>
            <a:r>
              <a:rPr lang="en-US" sz="2400" b="0" i="0" u="none" strike="noStrike" dirty="0">
                <a:solidFill>
                  <a:srgbClr val="000000"/>
                </a:solidFill>
                <a:latin typeface="NanumBarunGothic"/>
                <a:ea typeface="NanumBarunGothic"/>
                <a:cs typeface="NanumBarunGothic"/>
              </a:rPr>
              <a:t> </a:t>
            </a:r>
            <a:r>
              <a:rPr lang="en-US" sz="2400" b="0" i="0" u="none" strike="noStrike" dirty="0" err="1">
                <a:solidFill>
                  <a:srgbClr val="000000"/>
                </a:solidFill>
                <a:latin typeface="NanumBarunGothic"/>
                <a:ea typeface="NanumBarunGothic"/>
                <a:cs typeface="NanumBarunGothic"/>
              </a:rPr>
              <a:t>상태</a:t>
            </a:r>
            <a:endParaRPr lang="en-US" sz="2400" b="0" i="0" u="none" strike="noStrike" dirty="0">
              <a:solidFill>
                <a:srgbClr val="000000"/>
              </a:solidFill>
              <a:latin typeface="NanumBarunGothic"/>
              <a:ea typeface="NanumBarunGothic"/>
              <a:cs typeface="NanumBarunGothic"/>
            </a:endParaRPr>
          </a:p>
        </p:txBody>
      </p:sp>
      <p:sp>
        <p:nvSpPr>
          <p:cNvPr id="4" name="TextBox 4"/>
          <p:cNvSpPr txBox="1"/>
          <p:nvPr/>
        </p:nvSpPr>
        <p:spPr>
          <a:xfrm rot="21600000">
            <a:off x="6629400" y="812799"/>
            <a:ext cx="2997200" cy="7366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4000" b="1" i="0" u="none" strike="noStrike" dirty="0">
                <a:solidFill>
                  <a:srgbClr val="000000"/>
                </a:solidFill>
                <a:latin typeface="NanumBarunGothic"/>
                <a:ea typeface="NanumBarunGothic"/>
                <a:cs typeface="NanumBarunGothic"/>
              </a:rPr>
              <a:t>Background</a:t>
            </a:r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3">
            <a:alphaModFix amt="42000"/>
          </a:blip>
          <a:stretch>
            <a:fillRect/>
          </a:stretch>
        </p:blipFill>
        <p:spPr>
          <a:xfrm>
            <a:off x="7277100" y="3251200"/>
            <a:ext cx="1714500" cy="3352800"/>
          </a:xfrm>
          <a:prstGeom prst="rect">
            <a:avLst/>
          </a:prstGeom>
        </p:spPr>
      </p:pic>
      <p:sp>
        <p:nvSpPr>
          <p:cNvPr id="10" name="TextBox 3">
            <a:extLst>
              <a:ext uri="{FF2B5EF4-FFF2-40B4-BE49-F238E27FC236}">
                <a16:creationId xmlns:a16="http://schemas.microsoft.com/office/drawing/2014/main" id="{243CA6A2-FAC7-2B43-9874-9BFDB1A92F7A}"/>
              </a:ext>
            </a:extLst>
          </p:cNvPr>
          <p:cNvSpPr txBox="1"/>
          <p:nvPr/>
        </p:nvSpPr>
        <p:spPr>
          <a:xfrm>
            <a:off x="8813800" y="2489199"/>
            <a:ext cx="6934200" cy="4876801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16199"/>
              </a:lnSpc>
            </a:pPr>
            <a:r>
              <a:rPr lang="ko-KR" altLang="en-US" sz="2400" b="1" i="0" u="none" strike="noStrike" dirty="0">
                <a:solidFill>
                  <a:srgbClr val="000000"/>
                </a:solidFill>
                <a:latin typeface="NanumBarunGothic"/>
                <a:ea typeface="NanumBarunGothic"/>
                <a:cs typeface="NanumBarunGothic"/>
              </a:rPr>
              <a:t>기존 평가 방법</a:t>
            </a:r>
            <a:br>
              <a:rPr lang="ko-KR" altLang="en-US" sz="2400" b="1" i="0" u="none" strike="noStrike" dirty="0">
                <a:solidFill>
                  <a:srgbClr val="000000"/>
                </a:solidFill>
                <a:latin typeface="NanumBarunGothic"/>
                <a:ea typeface="NanumBarunGothic"/>
                <a:cs typeface="NanumBarunGothic"/>
              </a:rPr>
            </a:br>
            <a:r>
              <a:rPr lang="ko-KR" altLang="en-US" sz="2400" i="0" u="none" strike="noStrike" dirty="0">
                <a:solidFill>
                  <a:srgbClr val="000000"/>
                </a:solidFill>
                <a:latin typeface="NanumBarunGothic"/>
                <a:ea typeface="NanumBarunGothic"/>
                <a:cs typeface="NanumBarunGothic"/>
              </a:rPr>
              <a:t>유전체 전반의 </a:t>
            </a:r>
            <a:r>
              <a:rPr lang="en-US" sz="2400" i="0" u="none" strike="noStrike" dirty="0">
                <a:solidFill>
                  <a:srgbClr val="000000"/>
                </a:solidFill>
                <a:latin typeface="NanumBarunGothic"/>
                <a:ea typeface="NanumBarunGothic"/>
                <a:cs typeface="NanumBarunGothic"/>
              </a:rPr>
              <a:t>Copy number</a:t>
            </a:r>
            <a:r>
              <a:rPr lang="ko-KR" altLang="en-US" sz="2400" i="0" u="none" strike="noStrike" dirty="0">
                <a:solidFill>
                  <a:srgbClr val="000000"/>
                </a:solidFill>
                <a:latin typeface="NanumBarunGothic"/>
                <a:ea typeface="NanumBarunGothic"/>
                <a:cs typeface="NanumBarunGothic"/>
              </a:rPr>
              <a:t>와 </a:t>
            </a:r>
            <a:r>
              <a:rPr lang="en-US" sz="2400" i="0" u="none" strike="noStrike" dirty="0">
                <a:solidFill>
                  <a:srgbClr val="000000"/>
                </a:solidFill>
                <a:latin typeface="NanumBarunGothic"/>
                <a:ea typeface="NanumBarunGothic"/>
                <a:cs typeface="NanumBarunGothic"/>
              </a:rPr>
              <a:t>Ploidy </a:t>
            </a:r>
            <a:r>
              <a:rPr lang="ko-KR" altLang="en-US" sz="2400" i="0" u="none" strike="noStrike" dirty="0">
                <a:solidFill>
                  <a:srgbClr val="000000"/>
                </a:solidFill>
                <a:latin typeface="NanumBarunGothic"/>
                <a:ea typeface="NanumBarunGothic"/>
                <a:cs typeface="NanumBarunGothic"/>
              </a:rPr>
              <a:t>정보 필요</a:t>
            </a:r>
          </a:p>
          <a:p>
            <a:pPr lvl="0" algn="ctr">
              <a:lnSpc>
                <a:spcPct val="116199"/>
              </a:lnSpc>
            </a:pPr>
            <a:r>
              <a:rPr lang="ko-KR" altLang="en-US" sz="2400" b="1" i="0" u="none" strike="noStrike" dirty="0">
                <a:solidFill>
                  <a:srgbClr val="000000"/>
                </a:solidFill>
                <a:latin typeface="NanumBarunGothic"/>
                <a:ea typeface="NanumBarunGothic"/>
                <a:cs typeface="NanumBarunGothic"/>
              </a:rPr>
              <a:t>↓</a:t>
            </a:r>
          </a:p>
          <a:p>
            <a:pPr lvl="0" algn="ctr">
              <a:lnSpc>
                <a:spcPct val="116199"/>
              </a:lnSpc>
            </a:pPr>
            <a:r>
              <a:rPr lang="ko-KR" altLang="en-US" sz="2400" b="1" i="0" u="none" strike="noStrike" dirty="0">
                <a:solidFill>
                  <a:srgbClr val="000000"/>
                </a:solidFill>
                <a:latin typeface="NanumBarunGothic"/>
                <a:ea typeface="NanumBarunGothic"/>
                <a:cs typeface="NanumBarunGothic"/>
              </a:rPr>
              <a:t>데이터의 한계</a:t>
            </a:r>
            <a:br>
              <a:rPr lang="ko-KR" altLang="en-US" sz="2400" b="1" i="0" u="none" strike="noStrike" dirty="0">
                <a:solidFill>
                  <a:srgbClr val="000000"/>
                </a:solidFill>
                <a:latin typeface="NanumBarunGothic"/>
                <a:ea typeface="NanumBarunGothic"/>
                <a:cs typeface="NanumBarunGothic"/>
              </a:rPr>
            </a:br>
            <a:r>
              <a:rPr lang="ko-KR" altLang="en-US" sz="2400" i="0" u="none" strike="noStrike" dirty="0">
                <a:solidFill>
                  <a:srgbClr val="000000"/>
                </a:solidFill>
                <a:latin typeface="NanumBarunGothic"/>
                <a:ea typeface="NanumBarunGothic"/>
                <a:cs typeface="NanumBarunGothic"/>
              </a:rPr>
              <a:t>표적 </a:t>
            </a:r>
            <a:r>
              <a:rPr lang="en-US" sz="2400" i="0" u="none" strike="noStrike" dirty="0">
                <a:solidFill>
                  <a:srgbClr val="000000"/>
                </a:solidFill>
                <a:latin typeface="NanumBarunGothic"/>
                <a:ea typeface="NanumBarunGothic"/>
                <a:cs typeface="NanumBarunGothic"/>
              </a:rPr>
              <a:t>NGS·</a:t>
            </a:r>
            <a:r>
              <a:rPr lang="ko-KR" altLang="en-US" sz="2400" i="0" u="none" strike="noStrike" dirty="0" err="1">
                <a:solidFill>
                  <a:srgbClr val="000000"/>
                </a:solidFill>
                <a:latin typeface="NanumBarunGothic"/>
                <a:ea typeface="NanumBarunGothic"/>
                <a:cs typeface="NanumBarunGothic"/>
              </a:rPr>
              <a:t>코호트에는</a:t>
            </a:r>
            <a:br>
              <a:rPr lang="ko-KR" altLang="en-US" sz="2400" i="0" u="none" strike="noStrike" dirty="0">
                <a:solidFill>
                  <a:srgbClr val="000000"/>
                </a:solidFill>
                <a:latin typeface="NanumBarunGothic"/>
                <a:ea typeface="NanumBarunGothic"/>
                <a:cs typeface="NanumBarunGothic"/>
              </a:rPr>
            </a:br>
            <a:r>
              <a:rPr lang="ko-KR" altLang="en-US" sz="2400" i="0" u="none" strike="noStrike" dirty="0">
                <a:solidFill>
                  <a:srgbClr val="000000"/>
                </a:solidFill>
                <a:latin typeface="NanumBarunGothic"/>
                <a:ea typeface="NanumBarunGothic"/>
                <a:cs typeface="NanumBarunGothic"/>
              </a:rPr>
              <a:t>유전자</a:t>
            </a:r>
            <a:r>
              <a:rPr lang="en-US" altLang="ko-KR" sz="2400" i="0" u="none" strike="noStrike" dirty="0">
                <a:solidFill>
                  <a:srgbClr val="000000"/>
                </a:solidFill>
                <a:latin typeface="NanumBarunGothic"/>
                <a:ea typeface="NanumBarunGothic"/>
                <a:cs typeface="NanumBarunGothic"/>
              </a:rPr>
              <a:t> </a:t>
            </a:r>
            <a:r>
              <a:rPr lang="en-US" sz="2400" i="0" u="none" strike="noStrike" dirty="0">
                <a:solidFill>
                  <a:srgbClr val="000000"/>
                </a:solidFill>
                <a:latin typeface="NanumBarunGothic"/>
                <a:ea typeface="NanumBarunGothic"/>
                <a:cs typeface="NanumBarunGothic"/>
              </a:rPr>
              <a:t>Mutation </a:t>
            </a:r>
            <a:r>
              <a:rPr lang="ko-KR" altLang="en-US" sz="2400" i="0" u="none" strike="noStrike" dirty="0">
                <a:solidFill>
                  <a:srgbClr val="000000"/>
                </a:solidFill>
                <a:latin typeface="NanumBarunGothic"/>
                <a:ea typeface="NanumBarunGothic"/>
                <a:cs typeface="NanumBarunGothic"/>
              </a:rPr>
              <a:t>정보만 있는 경우 존재</a:t>
            </a:r>
          </a:p>
          <a:p>
            <a:pPr lvl="0" algn="ctr">
              <a:lnSpc>
                <a:spcPct val="116199"/>
              </a:lnSpc>
            </a:pPr>
            <a:r>
              <a:rPr lang="ko-KR" altLang="en-US" sz="2400" b="1" i="0" u="none" strike="noStrike" dirty="0">
                <a:solidFill>
                  <a:srgbClr val="000000"/>
                </a:solidFill>
                <a:latin typeface="NanumBarunGothic"/>
                <a:ea typeface="NanumBarunGothic"/>
                <a:cs typeface="NanumBarunGothic"/>
              </a:rPr>
              <a:t>↓</a:t>
            </a:r>
          </a:p>
          <a:p>
            <a:pPr lvl="0" algn="ctr">
              <a:lnSpc>
                <a:spcPct val="116199"/>
              </a:lnSpc>
            </a:pPr>
            <a:r>
              <a:rPr lang="ko-KR" altLang="en-US" sz="2400" b="1" i="0" u="none" strike="noStrike" dirty="0">
                <a:solidFill>
                  <a:srgbClr val="000000"/>
                </a:solidFill>
                <a:latin typeface="NanumBarunGothic"/>
                <a:ea typeface="NanumBarunGothic"/>
                <a:cs typeface="NanumBarunGothic"/>
              </a:rPr>
              <a:t>연구 질문</a:t>
            </a:r>
            <a:br>
              <a:rPr lang="ko-KR" altLang="en-US" sz="2400" b="1" i="0" u="none" strike="noStrike" dirty="0">
                <a:solidFill>
                  <a:srgbClr val="000000"/>
                </a:solidFill>
                <a:latin typeface="NanumBarunGothic"/>
                <a:ea typeface="NanumBarunGothic"/>
                <a:cs typeface="NanumBarunGothic"/>
              </a:rPr>
            </a:br>
            <a:r>
              <a:rPr lang="ko-KR" altLang="en-US" sz="2400" i="0" u="none" strike="noStrike" dirty="0">
                <a:solidFill>
                  <a:srgbClr val="000000"/>
                </a:solidFill>
                <a:latin typeface="NanumBarunGothic"/>
                <a:ea typeface="NanumBarunGothic"/>
                <a:cs typeface="NanumBarunGothic"/>
              </a:rPr>
              <a:t>소수의 핵심</a:t>
            </a:r>
            <a:r>
              <a:rPr lang="en-US" altLang="ko-KR" sz="2400" i="0" u="none" strike="noStrike" dirty="0">
                <a:solidFill>
                  <a:srgbClr val="000000"/>
                </a:solidFill>
                <a:latin typeface="NanumBarunGothic"/>
                <a:ea typeface="NanumBarunGothic"/>
                <a:cs typeface="NanumBarunGothic"/>
              </a:rPr>
              <a:t>. </a:t>
            </a:r>
            <a:r>
              <a:rPr lang="ko-KR" altLang="en-US" sz="2400" i="0" u="none" strike="noStrike" dirty="0">
                <a:solidFill>
                  <a:srgbClr val="000000"/>
                </a:solidFill>
                <a:latin typeface="NanumBarunGothic"/>
                <a:ea typeface="NanumBarunGothic"/>
                <a:cs typeface="NanumBarunGothic"/>
              </a:rPr>
              <a:t>유전자 </a:t>
            </a:r>
            <a:r>
              <a:rPr lang="en-US" sz="2400" i="0" u="none" strike="noStrike" dirty="0">
                <a:solidFill>
                  <a:srgbClr val="000000"/>
                </a:solidFill>
                <a:latin typeface="NanumBarunGothic"/>
                <a:ea typeface="NanumBarunGothic"/>
                <a:cs typeface="NanumBarunGothic"/>
              </a:rPr>
              <a:t>Mutation</a:t>
            </a:r>
            <a:r>
              <a:rPr lang="ko-KR" altLang="en-US" sz="2400" i="0" u="none" strike="noStrike" dirty="0">
                <a:solidFill>
                  <a:srgbClr val="000000"/>
                </a:solidFill>
                <a:latin typeface="NanumBarunGothic"/>
                <a:ea typeface="NanumBarunGothic"/>
                <a:cs typeface="NanumBarunGothic"/>
              </a:rPr>
              <a:t>만으로</a:t>
            </a:r>
            <a:br>
              <a:rPr lang="ko-KR" altLang="en-US" sz="2400" i="0" u="none" strike="noStrike" dirty="0">
                <a:solidFill>
                  <a:srgbClr val="000000"/>
                </a:solidFill>
                <a:latin typeface="NanumBarunGothic"/>
                <a:ea typeface="NanumBarunGothic"/>
                <a:cs typeface="NanumBarunGothic"/>
              </a:rPr>
            </a:br>
            <a:r>
              <a:rPr lang="ko-KR" altLang="en-US" sz="2400" i="0" u="none" strike="noStrike" dirty="0">
                <a:solidFill>
                  <a:srgbClr val="000000"/>
                </a:solidFill>
                <a:latin typeface="NanumBarunGothic"/>
                <a:ea typeface="NanumBarunGothic"/>
                <a:cs typeface="NanumBarunGothic"/>
              </a:rPr>
              <a:t>유전체 불안정성을 </a:t>
            </a:r>
            <a:r>
              <a:rPr lang="ko-KR" altLang="en-US" sz="2400" dirty="0">
                <a:solidFill>
                  <a:srgbClr val="000000"/>
                </a:solidFill>
                <a:latin typeface="NanumBarunGothic"/>
                <a:ea typeface="NanumBarunGothic"/>
                <a:cs typeface="NanumBarunGothic"/>
              </a:rPr>
              <a:t>예측</a:t>
            </a:r>
            <a:r>
              <a:rPr lang="ko-KR" altLang="en-US" sz="2400" i="0" u="none" strike="noStrike" dirty="0">
                <a:solidFill>
                  <a:srgbClr val="000000"/>
                </a:solidFill>
                <a:latin typeface="NanumBarunGothic"/>
                <a:ea typeface="NanumBarunGothic"/>
                <a:cs typeface="NanumBarunGothic"/>
              </a:rPr>
              <a:t>할 수 있을까</a:t>
            </a:r>
            <a:r>
              <a:rPr lang="en-US" altLang="ko-KR" sz="2400" i="0" u="none" strike="noStrike" dirty="0">
                <a:solidFill>
                  <a:srgbClr val="000000"/>
                </a:solidFill>
                <a:latin typeface="NanumBarunGothic"/>
                <a:ea typeface="NanumBarunGothic"/>
                <a:cs typeface="NanumBarunGothic"/>
              </a:rPr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152567547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7143750" y="914401"/>
            <a:ext cx="1968500" cy="736600"/>
          </a:xfrm>
          <a:prstGeom prst="rect">
            <a:avLst/>
          </a:prstGeom>
        </p:spPr>
      </p:pic>
      <p:pic>
        <p:nvPicPr>
          <p:cNvPr id="15" name="그림 14">
            <a:extLst>
              <a:ext uri="{FF2B5EF4-FFF2-40B4-BE49-F238E27FC236}">
                <a16:creationId xmlns:a16="http://schemas.microsoft.com/office/drawing/2014/main" id="{3D149FAF-8E3C-6746-ACB2-E7DED51EF2F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62302" y="2257425"/>
            <a:ext cx="13331396" cy="462915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>
            <a:extLst>
              <a:ext uri="{FF2B5EF4-FFF2-40B4-BE49-F238E27FC236}">
                <a16:creationId xmlns:a16="http://schemas.microsoft.com/office/drawing/2014/main" id="{68D35038-18E6-984C-9A73-8479F262809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03400" y="711200"/>
            <a:ext cx="12649200" cy="8432800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32157FDF-54DE-8C4B-8269-7C95F2D12B3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500" y="127000"/>
            <a:ext cx="3797300" cy="7112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3300" y="3708400"/>
            <a:ext cx="2946400" cy="17272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62100" y="3441700"/>
            <a:ext cx="1219200" cy="6604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311400" y="4737100"/>
            <a:ext cx="1485900" cy="6604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574800" y="4038600"/>
            <a:ext cx="990600" cy="406400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905000" y="5334000"/>
            <a:ext cx="2235200" cy="406400"/>
          </a:xfrm>
          <a:prstGeom prst="rect">
            <a:avLst/>
          </a:prstGeom>
        </p:spPr>
      </p:pic>
      <p:pic>
        <p:nvPicPr>
          <p:cNvPr id="11" name="Picture 11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727200" y="5689600"/>
            <a:ext cx="2501900" cy="342900"/>
          </a:xfrm>
          <a:prstGeom prst="rect">
            <a:avLst/>
          </a:prstGeom>
        </p:spPr>
      </p:pic>
      <p:pic>
        <p:nvPicPr>
          <p:cNvPr id="12" name="Picture 12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727200" y="5956300"/>
            <a:ext cx="3086100" cy="342900"/>
          </a:xfrm>
          <a:prstGeom prst="rect">
            <a:avLst/>
          </a:prstGeom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F4981854-E664-884A-AB48-7234C96C4CB8}"/>
              </a:ext>
            </a:extLst>
          </p:cNvPr>
          <p:cNvPicPr>
            <a:picLocks noChangeAspect="1"/>
          </p:cNvPicPr>
          <p:nvPr/>
        </p:nvPicPr>
        <p:blipFill rotWithShape="1">
          <a:blip r:embed="rId10"/>
          <a:srcRect t="11515" r="50000"/>
          <a:stretch/>
        </p:blipFill>
        <p:spPr>
          <a:xfrm>
            <a:off x="5511800" y="1295400"/>
            <a:ext cx="9615865" cy="4030382"/>
          </a:xfrm>
          <a:prstGeom prst="rect">
            <a:avLst/>
          </a:prstGeom>
        </p:spPr>
      </p:pic>
      <p:pic>
        <p:nvPicPr>
          <p:cNvPr id="14" name="그림 13">
            <a:extLst>
              <a:ext uri="{FF2B5EF4-FFF2-40B4-BE49-F238E27FC236}">
                <a16:creationId xmlns:a16="http://schemas.microsoft.com/office/drawing/2014/main" id="{3A560007-B1AD-184B-BB78-8D1AEA9CB6FA}"/>
              </a:ext>
            </a:extLst>
          </p:cNvPr>
          <p:cNvPicPr>
            <a:picLocks noChangeAspect="1"/>
          </p:cNvPicPr>
          <p:nvPr/>
        </p:nvPicPr>
        <p:blipFill rotWithShape="1">
          <a:blip r:embed="rId10"/>
          <a:srcRect l="50000" t="11515"/>
          <a:stretch/>
        </p:blipFill>
        <p:spPr>
          <a:xfrm>
            <a:off x="5511800" y="5037418"/>
            <a:ext cx="9615865" cy="4030382"/>
          </a:xfrm>
          <a:prstGeom prst="rect">
            <a:avLst/>
          </a:prstGeom>
        </p:spPr>
      </p:pic>
      <p:pic>
        <p:nvPicPr>
          <p:cNvPr id="15" name="그림 14">
            <a:extLst>
              <a:ext uri="{FF2B5EF4-FFF2-40B4-BE49-F238E27FC236}">
                <a16:creationId xmlns:a16="http://schemas.microsoft.com/office/drawing/2014/main" id="{35407740-B53B-AA4D-B769-AAE381FA60C1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14300" y="139700"/>
            <a:ext cx="10604500" cy="11557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그림 23">
            <a:extLst>
              <a:ext uri="{FF2B5EF4-FFF2-40B4-BE49-F238E27FC236}">
                <a16:creationId xmlns:a16="http://schemas.microsoft.com/office/drawing/2014/main" id="{C0A8FF22-096C-F24C-8AB3-4927211972A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900" y="76200"/>
            <a:ext cx="8953500" cy="1168400"/>
          </a:xfrm>
          <a:prstGeom prst="rect">
            <a:avLst/>
          </a:prstGeom>
        </p:spPr>
      </p:pic>
      <p:pic>
        <p:nvPicPr>
          <p:cNvPr id="21" name="그림 20">
            <a:extLst>
              <a:ext uri="{FF2B5EF4-FFF2-40B4-BE49-F238E27FC236}">
                <a16:creationId xmlns:a16="http://schemas.microsoft.com/office/drawing/2014/main" id="{AC8695AD-E1D6-1845-A32F-517E3184EE9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6478" y="1420992"/>
            <a:ext cx="16003044" cy="4781924"/>
          </a:xfrm>
          <a:prstGeom prst="rect">
            <a:avLst/>
          </a:prstGeom>
        </p:spPr>
      </p:pic>
      <p:pic>
        <p:nvPicPr>
          <p:cNvPr id="25" name="그림 24">
            <a:extLst>
              <a:ext uri="{FF2B5EF4-FFF2-40B4-BE49-F238E27FC236}">
                <a16:creationId xmlns:a16="http://schemas.microsoft.com/office/drawing/2014/main" id="{88C62053-0F20-5941-AF2E-3E5713C46CD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22350" y="6239608"/>
            <a:ext cx="14211300" cy="2540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>
            <a:extLst>
              <a:ext uri="{FF2B5EF4-FFF2-40B4-BE49-F238E27FC236}">
                <a16:creationId xmlns:a16="http://schemas.microsoft.com/office/drawing/2014/main" id="{208C9634-B8EB-1345-946E-5BCE113162B8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018" b="4984"/>
          <a:stretch/>
        </p:blipFill>
        <p:spPr>
          <a:xfrm>
            <a:off x="0" y="914400"/>
            <a:ext cx="16303812" cy="8153400"/>
          </a:xfrm>
          <a:prstGeom prst="rect">
            <a:avLst/>
          </a:prstGeom>
        </p:spPr>
      </p:pic>
      <p:pic>
        <p:nvPicPr>
          <p:cNvPr id="7" name="Picture 12">
            <a:extLst>
              <a:ext uri="{FF2B5EF4-FFF2-40B4-BE49-F238E27FC236}">
                <a16:creationId xmlns:a16="http://schemas.microsoft.com/office/drawing/2014/main" id="{E693655F-6F90-BB42-8102-C4212ED4353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51600" y="8051800"/>
            <a:ext cx="7594600" cy="482600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A0B83625-CD86-854E-B904-C9B0DA80E4E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800" y="76200"/>
            <a:ext cx="6172200" cy="1193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198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그림 9">
            <a:extLst>
              <a:ext uri="{FF2B5EF4-FFF2-40B4-BE49-F238E27FC236}">
                <a16:creationId xmlns:a16="http://schemas.microsoft.com/office/drawing/2014/main" id="{335BAC5C-4992-9140-9EFB-0C6F885A87C3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" t="13152" r="179"/>
          <a:stretch/>
        </p:blipFill>
        <p:spPr>
          <a:xfrm>
            <a:off x="940777" y="1218100"/>
            <a:ext cx="14173200" cy="4323008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8D1F52E1-C6BB-CA49-A601-F70D546F99D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678" y="89457"/>
            <a:ext cx="6553200" cy="1168400"/>
          </a:xfrm>
          <a:prstGeom prst="rect">
            <a:avLst/>
          </a:prstGeom>
        </p:spPr>
      </p:pic>
      <p:pic>
        <p:nvPicPr>
          <p:cNvPr id="17" name="그림 16">
            <a:extLst>
              <a:ext uri="{FF2B5EF4-FFF2-40B4-BE49-F238E27FC236}">
                <a16:creationId xmlns:a16="http://schemas.microsoft.com/office/drawing/2014/main" id="{E6044D39-B8B1-D544-A3E3-C6255AA6323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5681" y="5564299"/>
            <a:ext cx="14973300" cy="33782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" name="그림 45">
            <a:extLst>
              <a:ext uri="{FF2B5EF4-FFF2-40B4-BE49-F238E27FC236}">
                <a16:creationId xmlns:a16="http://schemas.microsoft.com/office/drawing/2014/main" id="{889D8D8C-229A-9A48-803F-481117F99CC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498600"/>
            <a:ext cx="16200895" cy="4978400"/>
          </a:xfrm>
          <a:prstGeom prst="rect">
            <a:avLst/>
          </a:prstGeom>
        </p:spPr>
      </p:pic>
      <p:pic>
        <p:nvPicPr>
          <p:cNvPr id="47" name="그림 46">
            <a:extLst>
              <a:ext uri="{FF2B5EF4-FFF2-40B4-BE49-F238E27FC236}">
                <a16:creationId xmlns:a16="http://schemas.microsoft.com/office/drawing/2014/main" id="{4D0A4E4C-5C8F-3B4E-A243-4193153BB75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800" y="76200"/>
            <a:ext cx="8585200" cy="1155700"/>
          </a:xfrm>
          <a:prstGeom prst="rect">
            <a:avLst/>
          </a:prstGeom>
        </p:spPr>
      </p:pic>
      <p:pic>
        <p:nvPicPr>
          <p:cNvPr id="54" name="그림 53">
            <a:extLst>
              <a:ext uri="{FF2B5EF4-FFF2-40B4-BE49-F238E27FC236}">
                <a16:creationId xmlns:a16="http://schemas.microsoft.com/office/drawing/2014/main" id="{DEE19AC5-E6A9-DA44-81F5-1F4393E1833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94797" y="6388100"/>
            <a:ext cx="14211300" cy="24511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7086600" y="406400"/>
            <a:ext cx="2082800" cy="7874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12900" y="1371600"/>
            <a:ext cx="12980366" cy="8856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12900" y="5676900"/>
            <a:ext cx="13030200" cy="13081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612900" y="3670300"/>
            <a:ext cx="13030200" cy="17399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612900" y="2514600"/>
            <a:ext cx="13030200" cy="889000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325ADF25-32A6-8345-BBF0-76DA533046EA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12800" y="7256462"/>
            <a:ext cx="14630400" cy="12573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6248400" y="4089400"/>
            <a:ext cx="3759200" cy="9779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209</TotalTime>
  <Words>97</Words>
  <Application>Microsoft Macintosh PowerPoint</Application>
  <PresentationFormat>사용자 지정</PresentationFormat>
  <Paragraphs>23</Paragraphs>
  <Slides>11</Slides>
  <Notes>7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11</vt:i4>
      </vt:variant>
    </vt:vector>
  </HeadingPairs>
  <TitlesOfParts>
    <vt:vector size="16" baseType="lpstr">
      <vt:lpstr>NanumBarunGothic</vt:lpstr>
      <vt:lpstr>Calibri</vt:lpstr>
      <vt:lpstr>Arial</vt:lpstr>
      <vt:lpstr>맑은 고딕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cp:lastModifiedBy>원주영</cp:lastModifiedBy>
  <cp:revision>85</cp:revision>
  <dcterms:created xsi:type="dcterms:W3CDTF">2006-08-16T00:00:00Z</dcterms:created>
  <dcterms:modified xsi:type="dcterms:W3CDTF">2026-09-01T09:30:44Z</dcterms:modified>
</cp:coreProperties>
</file>