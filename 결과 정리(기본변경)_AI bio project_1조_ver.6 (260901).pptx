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6256000" cy="9144000"/>
  <p:notesSz cx="6858000" cy="9144000"/>
  <p:embeddedFontLst>
    <p:embeddedFont>
      <p:font typeface="NanumBarunGothic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14" Target="../media/image51.png" Type="http://schemas.openxmlformats.org/officeDocument/2006/relationships/image"/><Relationship Id="rId15" Target="../media/image52.png" Type="http://schemas.openxmlformats.org/officeDocument/2006/relationships/image"/><Relationship Id="rId16" Target="../media/image53.png" Type="http://schemas.openxmlformats.org/officeDocument/2006/relationships/image"/><Relationship Id="rId17" Target="../media/image54.png" Type="http://schemas.openxmlformats.org/officeDocument/2006/relationships/image"/><Relationship Id="rId18" Target="../media/image55.png" Type="http://schemas.openxmlformats.org/officeDocument/2006/relationships/image"/><Relationship Id="rId19" Target="../media/image56.png" Type="http://schemas.openxmlformats.org/officeDocument/2006/relationships/image"/><Relationship Id="rId2" Target="../media/image1.png" Type="http://schemas.openxmlformats.org/officeDocument/2006/relationships/image"/><Relationship Id="rId20" Target="../media/image57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67.png" Type="http://schemas.openxmlformats.org/officeDocument/2006/relationships/image"/><Relationship Id="rId2" Target="../media/image1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77.png" Type="http://schemas.openxmlformats.org/officeDocument/2006/relationships/image"/><Relationship Id="rId13" Target="../media/image78.png" Type="http://schemas.openxmlformats.org/officeDocument/2006/relationships/image"/><Relationship Id="rId14" Target="../media/image79.png" Type="http://schemas.openxmlformats.org/officeDocument/2006/relationships/image"/><Relationship Id="rId15" Target="../media/image80.png" Type="http://schemas.openxmlformats.org/officeDocument/2006/relationships/image"/><Relationship Id="rId16" Target="../media/image81.png" Type="http://schemas.openxmlformats.org/officeDocument/2006/relationships/image"/><Relationship Id="rId17" Target="../media/image82.png" Type="http://schemas.openxmlformats.org/officeDocument/2006/relationships/image"/><Relationship Id="rId18" Target="../media/image83.png" Type="http://schemas.openxmlformats.org/officeDocument/2006/relationships/image"/><Relationship Id="rId19" Target="../media/image84.png" Type="http://schemas.openxmlformats.org/officeDocument/2006/relationships/image"/><Relationship Id="rId2" Target="../media/image1.png" Type="http://schemas.openxmlformats.org/officeDocument/2006/relationships/image"/><Relationship Id="rId20" Target="../media/image85.png" Type="http://schemas.openxmlformats.org/officeDocument/2006/relationships/image"/><Relationship Id="rId21" Target="../media/image86.png" Type="http://schemas.openxmlformats.org/officeDocument/2006/relationships/image"/><Relationship Id="rId22" Target="../media/image87.png" Type="http://schemas.openxmlformats.org/officeDocument/2006/relationships/image"/><Relationship Id="rId23" Target="../media/image88.png" Type="http://schemas.openxmlformats.org/officeDocument/2006/relationships/image"/><Relationship Id="rId24" Target="../media/image89.png" Type="http://schemas.openxmlformats.org/officeDocument/2006/relationships/image"/><Relationship Id="rId25" Target="../media/image90.png" Type="http://schemas.openxmlformats.org/officeDocument/2006/relationships/image"/><Relationship Id="rId26" Target="../media/image91.png" Type="http://schemas.openxmlformats.org/officeDocument/2006/relationships/image"/><Relationship Id="rId27" Target="../media/image92.png" Type="http://schemas.openxmlformats.org/officeDocument/2006/relationships/image"/><Relationship Id="rId28" Target="../media/image93.png" Type="http://schemas.openxmlformats.org/officeDocument/2006/relationships/image"/><Relationship Id="rId29" Target="../media/image94.png" Type="http://schemas.openxmlformats.org/officeDocument/2006/relationships/image"/><Relationship Id="rId3" Target="../media/image68.png" Type="http://schemas.openxmlformats.org/officeDocument/2006/relationships/image"/><Relationship Id="rId30" Target="../media/image95.png" Type="http://schemas.openxmlformats.org/officeDocument/2006/relationships/image"/><Relationship Id="rId31" Target="../media/image96.png" Type="http://schemas.openxmlformats.org/officeDocument/2006/relationships/image"/><Relationship Id="rId32" Target="../media/image97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png" Type="http://schemas.openxmlformats.org/officeDocument/2006/relationships/image"/><Relationship Id="rId14" Target="../media/image109.png" Type="http://schemas.openxmlformats.org/officeDocument/2006/relationships/image"/><Relationship Id="rId15" Target="../media/image110.png" Type="http://schemas.openxmlformats.org/officeDocument/2006/relationships/image"/><Relationship Id="rId2" Target="../media/image1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47900" y="2514600"/>
            <a:ext cx="11772900" cy="889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82900" y="3378200"/>
            <a:ext cx="10502900" cy="88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19800" y="5397500"/>
            <a:ext cx="4229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277100" y="6248400"/>
            <a:ext cx="1714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2705100"/>
            <a:ext cx="12268200" cy="596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492500"/>
            <a:ext cx="69342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4100" y="4025900"/>
            <a:ext cx="61087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5067300"/>
            <a:ext cx="64389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5613400"/>
            <a:ext cx="81534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6800" y="6654800"/>
            <a:ext cx="62992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8700" y="7188200"/>
            <a:ext cx="78232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66800" y="1168400"/>
            <a:ext cx="30099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4100" y="1168400"/>
            <a:ext cx="2082800" cy="78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340100"/>
            <a:ext cx="106807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4100" y="4406900"/>
            <a:ext cx="85852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5461000"/>
            <a:ext cx="141351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6527800"/>
            <a:ext cx="76962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54000" y="254000"/>
            <a:ext cx="3429000" cy="50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70100" y="850900"/>
            <a:ext cx="12128500" cy="810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10200" y="1206500"/>
            <a:ext cx="9563100" cy="402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48300" y="4864100"/>
            <a:ext cx="9525000" cy="401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4000" y="266700"/>
            <a:ext cx="44704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4000" y="800100"/>
            <a:ext cx="10236200" cy="431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3300" y="3708400"/>
            <a:ext cx="29464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62100" y="3441700"/>
            <a:ext cx="12192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11400" y="4737100"/>
            <a:ext cx="14859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74800" y="4038600"/>
            <a:ext cx="990600" cy="406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05000" y="5334000"/>
            <a:ext cx="2235200" cy="406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27200" y="5689600"/>
            <a:ext cx="2501900" cy="342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27200" y="5956300"/>
            <a:ext cx="30861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6210300"/>
            <a:ext cx="7937500" cy="55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4000" y="254000"/>
            <a:ext cx="41148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4000" y="800100"/>
            <a:ext cx="8623300" cy="431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6616700"/>
            <a:ext cx="14211300" cy="193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78100" y="7124700"/>
            <a:ext cx="111125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35400" y="7518400"/>
            <a:ext cx="81153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6438900"/>
            <a:ext cx="82423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92100" y="1485900"/>
            <a:ext cx="15684500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6210300"/>
            <a:ext cx="6680200" cy="55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1000" y="6870700"/>
            <a:ext cx="1905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1000" y="7200900"/>
            <a:ext cx="190500" cy="292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1000" y="7518400"/>
            <a:ext cx="190500" cy="292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1000" y="7835900"/>
            <a:ext cx="190500" cy="29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4000" y="254000"/>
            <a:ext cx="58293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4000" y="800100"/>
            <a:ext cx="2921000" cy="45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6794500"/>
            <a:ext cx="14211300" cy="193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994400" y="7391400"/>
            <a:ext cx="85979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56400" y="7810500"/>
            <a:ext cx="69850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" y="7226300"/>
            <a:ext cx="1143000" cy="292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768600" y="7226300"/>
            <a:ext cx="2692400" cy="292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52600" y="7543800"/>
            <a:ext cx="838200" cy="292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01900" y="7543800"/>
            <a:ext cx="3175000" cy="292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65300" y="7861300"/>
            <a:ext cx="685800" cy="292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387600" y="7861300"/>
            <a:ext cx="3251200" cy="292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52600" y="8178800"/>
            <a:ext cx="762000" cy="292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451100" y="8178800"/>
            <a:ext cx="3327400" cy="292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47800" y="6616700"/>
            <a:ext cx="6616700" cy="508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57200" y="1562100"/>
            <a:ext cx="15328900" cy="4889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794500" y="1320800"/>
            <a:ext cx="2667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84300" y="1308100"/>
            <a:ext cx="13500100" cy="414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08100" y="5422900"/>
            <a:ext cx="10896600" cy="55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4000" y="266700"/>
            <a:ext cx="62484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8600" y="812800"/>
            <a:ext cx="3429000" cy="431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5689600"/>
            <a:ext cx="14211300" cy="312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47800" y="5537200"/>
            <a:ext cx="109093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772400" y="6756400"/>
            <a:ext cx="70485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48800" y="7162800"/>
            <a:ext cx="36449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220200" y="7569200"/>
            <a:ext cx="40513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89100" y="6184900"/>
            <a:ext cx="5562600" cy="2463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6565900"/>
            <a:ext cx="6032500" cy="55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4000" y="254000"/>
            <a:ext cx="50419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4000" y="787400"/>
            <a:ext cx="8242300" cy="431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06100" y="609600"/>
            <a:ext cx="17018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71100" y="889000"/>
            <a:ext cx="3048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21900" y="1181100"/>
            <a:ext cx="29972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28300" y="1447800"/>
            <a:ext cx="21082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79500" y="6845300"/>
            <a:ext cx="14211300" cy="1879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6578600"/>
            <a:ext cx="8890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82800" y="6578600"/>
            <a:ext cx="53594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622800" y="7340600"/>
            <a:ext cx="67437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97000" y="7747000"/>
            <a:ext cx="13550900" cy="508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5900" y="1828800"/>
            <a:ext cx="15925800" cy="4813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77900" y="1739900"/>
            <a:ext cx="5613400" cy="431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636000" y="1739900"/>
            <a:ext cx="56134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90700" y="1739900"/>
            <a:ext cx="4152900" cy="355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832100" y="2133600"/>
            <a:ext cx="2082800" cy="266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200400" y="2324100"/>
            <a:ext cx="190500" cy="266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302000" y="2324100"/>
            <a:ext cx="1155700" cy="266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251200" y="2527300"/>
            <a:ext cx="190500" cy="266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3365500" y="2527300"/>
            <a:ext cx="1028700" cy="266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213100" y="2717800"/>
            <a:ext cx="190500" cy="266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340100" y="2730500"/>
            <a:ext cx="1092200" cy="266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779000" y="1739900"/>
            <a:ext cx="3644900" cy="355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277100" y="4267200"/>
            <a:ext cx="190500" cy="279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366000" y="4267200"/>
            <a:ext cx="4216400" cy="279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277100" y="4483100"/>
            <a:ext cx="190500" cy="279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7366000" y="4483100"/>
            <a:ext cx="2717800" cy="279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277100" y="4699000"/>
            <a:ext cx="190500" cy="279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366000" y="4699000"/>
            <a:ext cx="4178300" cy="279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06500" y="5511800"/>
            <a:ext cx="2133600" cy="266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81100" y="5715000"/>
            <a:ext cx="2197100" cy="266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562100" y="5918200"/>
            <a:ext cx="1358900" cy="266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089400" y="5511800"/>
            <a:ext cx="2463800" cy="2667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330700" y="5715000"/>
            <a:ext cx="19685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6700" y="4191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6700" y="4191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46600" y="1828800"/>
            <a:ext cx="19900900" cy="457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70900" y="2921000"/>
            <a:ext cx="18326100" cy="457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1841500"/>
            <a:ext cx="9728200" cy="457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2387600"/>
            <a:ext cx="22275800" cy="45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" y="2933700"/>
            <a:ext cx="19380200" cy="45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4038600"/>
            <a:ext cx="24206200" cy="457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7200" y="4584700"/>
            <a:ext cx="21907500" cy="45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7200" y="5130800"/>
            <a:ext cx="20599400" cy="45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6248400"/>
            <a:ext cx="22402800" cy="457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57200" y="7327900"/>
            <a:ext cx="4800600" cy="457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63800" y="7327900"/>
            <a:ext cx="21259800" cy="457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57200" y="7874000"/>
            <a:ext cx="19075400" cy="457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086600" y="444500"/>
            <a:ext cx="20828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48400" y="4089400"/>
            <a:ext cx="3759200" cy="97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